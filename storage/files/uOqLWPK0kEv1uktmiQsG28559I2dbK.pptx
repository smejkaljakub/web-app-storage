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5"/>
  </p:notesMasterIdLst>
  <p:sldIdLst>
    <p:sldId id="258" r:id="rId2"/>
    <p:sldId id="260" r:id="rId3"/>
    <p:sldId id="259" r:id="rId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804" y="1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15348ae3d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115348ae3d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bccfcb5ab4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bccfcb5ab4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bccfcb5ab4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bccfcb5ab4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" name="Google Shape;19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64978" y="4663225"/>
            <a:ext cx="563636" cy="393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0" name="Google Shape;50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64978" y="4663225"/>
            <a:ext cx="563636" cy="393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Short project description / Pitch</a:t>
            </a:r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Tx/>
              <a:buChar char="-"/>
            </a:pPr>
            <a:r>
              <a:rPr lang="cs-CZ" dirty="0" err="1"/>
              <a:t>Simple</a:t>
            </a:r>
            <a:r>
              <a:rPr lang="cs-CZ" dirty="0"/>
              <a:t> </a:t>
            </a:r>
            <a:r>
              <a:rPr lang="cs-CZ" dirty="0" err="1"/>
              <a:t>application</a:t>
            </a:r>
            <a:r>
              <a:rPr lang="cs-CZ" dirty="0"/>
              <a:t> </a:t>
            </a:r>
            <a:r>
              <a:rPr lang="cs-CZ" dirty="0" err="1"/>
              <a:t>for</a:t>
            </a:r>
            <a:r>
              <a:rPr lang="cs-CZ" dirty="0"/>
              <a:t> </a:t>
            </a:r>
            <a:r>
              <a:rPr lang="cs-CZ" dirty="0" err="1"/>
              <a:t>planning</a:t>
            </a:r>
            <a:r>
              <a:rPr lang="cs-CZ" dirty="0"/>
              <a:t> </a:t>
            </a:r>
            <a:r>
              <a:rPr lang="cs-CZ" dirty="0" err="1"/>
              <a:t>traveling</a:t>
            </a:r>
            <a:endParaRPr lang="cs-CZ" dirty="0"/>
          </a:p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Tx/>
              <a:buChar char="-"/>
            </a:pPr>
            <a:r>
              <a:rPr lang="cs-CZ" dirty="0"/>
              <a:t>Input </a:t>
            </a:r>
            <a:r>
              <a:rPr lang="cs-CZ" dirty="0" err="1"/>
              <a:t>date</a:t>
            </a:r>
            <a:r>
              <a:rPr lang="cs-CZ" dirty="0"/>
              <a:t>, budget and </a:t>
            </a:r>
            <a:r>
              <a:rPr lang="cs-CZ" dirty="0" err="1"/>
              <a:t>number</a:t>
            </a:r>
            <a:r>
              <a:rPr lang="cs-CZ" dirty="0"/>
              <a:t> </a:t>
            </a:r>
            <a:r>
              <a:rPr lang="cs-CZ" dirty="0" err="1"/>
              <a:t>of</a:t>
            </a:r>
            <a:r>
              <a:rPr lang="cs-CZ" dirty="0"/>
              <a:t> </a:t>
            </a:r>
            <a:r>
              <a:rPr lang="cs-CZ" dirty="0" err="1"/>
              <a:t>people</a:t>
            </a:r>
            <a:r>
              <a:rPr lang="cs-CZ" dirty="0"/>
              <a:t> and </a:t>
            </a:r>
            <a:r>
              <a:rPr lang="cs-CZ" dirty="0" err="1"/>
              <a:t>you</a:t>
            </a:r>
            <a:r>
              <a:rPr lang="cs-CZ" dirty="0"/>
              <a:t> </a:t>
            </a:r>
            <a:r>
              <a:rPr lang="cs-CZ" dirty="0" err="1"/>
              <a:t>will</a:t>
            </a:r>
            <a:r>
              <a:rPr lang="cs-CZ" dirty="0"/>
              <a:t> </a:t>
            </a:r>
            <a:r>
              <a:rPr lang="cs-CZ" dirty="0" err="1"/>
              <a:t>get</a:t>
            </a:r>
            <a:r>
              <a:rPr lang="cs-CZ" dirty="0"/>
              <a:t> </a:t>
            </a:r>
            <a:r>
              <a:rPr lang="cs-CZ" dirty="0" err="1"/>
              <a:t>reccomendations</a:t>
            </a:r>
            <a:r>
              <a:rPr lang="cs-CZ" dirty="0"/>
              <a:t> </a:t>
            </a:r>
            <a:r>
              <a:rPr lang="cs-CZ" dirty="0" err="1"/>
              <a:t>for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trip</a:t>
            </a:r>
            <a:endParaRPr lang="cs-CZ" dirty="0"/>
          </a:p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Tx/>
              <a:buChar char="-"/>
            </a:pPr>
            <a:r>
              <a:rPr lang="cs-CZ" dirty="0"/>
              <a:t>Data </a:t>
            </a:r>
            <a:r>
              <a:rPr lang="cs-CZ" dirty="0" err="1"/>
              <a:t>from</a:t>
            </a:r>
            <a:r>
              <a:rPr lang="cs-CZ" dirty="0"/>
              <a:t> </a:t>
            </a:r>
            <a:r>
              <a:rPr lang="cs-CZ" dirty="0" err="1"/>
              <a:t>airbnb</a:t>
            </a:r>
            <a:r>
              <a:rPr lang="cs-CZ" dirty="0"/>
              <a:t>, Kiwi.com, Uber, Booking.com, </a:t>
            </a:r>
            <a:r>
              <a:rPr lang="cs-CZ" dirty="0" err="1"/>
              <a:t>etc</a:t>
            </a:r>
            <a:r>
              <a:rPr lang="cs-CZ" dirty="0"/>
              <a:t>. </a:t>
            </a:r>
          </a:p>
          <a:p>
            <a:pPr marL="285750" lvl="0" indent="-285750" algn="l" rtl="0">
              <a:spcBef>
                <a:spcPts val="0"/>
              </a:spcBef>
              <a:spcAft>
                <a:spcPts val="1200"/>
              </a:spcAft>
              <a:buFontTx/>
              <a:buChar char="-"/>
            </a:pPr>
            <a:r>
              <a:rPr lang="cs-CZ" dirty="0"/>
              <a:t>More </a:t>
            </a:r>
            <a:r>
              <a:rPr lang="cs-CZ" dirty="0" err="1"/>
              <a:t>reccomendations</a:t>
            </a:r>
            <a:r>
              <a:rPr lang="cs-CZ" dirty="0"/>
              <a:t> </a:t>
            </a:r>
            <a:r>
              <a:rPr lang="cs-CZ" dirty="0" err="1"/>
              <a:t>for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sightseing</a:t>
            </a:r>
            <a:r>
              <a:rPr lang="cs-CZ" dirty="0"/>
              <a:t> in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destination</a:t>
            </a:r>
            <a:endParaRPr dirty="0"/>
          </a:p>
        </p:txBody>
      </p:sp>
      <p:sp>
        <p:nvSpPr>
          <p:cNvPr id="70" name="Google Shape;70;p15"/>
          <p:cNvSpPr txBox="1"/>
          <p:nvPr/>
        </p:nvSpPr>
        <p:spPr>
          <a:xfrm>
            <a:off x="311700" y="4686200"/>
            <a:ext cx="3855600" cy="397500"/>
          </a:xfrm>
          <a:prstGeom prst="rect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Slide owner: </a:t>
            </a:r>
            <a:r>
              <a:rPr lang="cs-CZ" b="1" dirty="0"/>
              <a:t>Jakub</a:t>
            </a:r>
            <a:r>
              <a:rPr lang="en" b="1" dirty="0"/>
              <a:t> </a:t>
            </a:r>
            <a:r>
              <a:rPr lang="cs-CZ" b="1" dirty="0"/>
              <a:t>Smejkal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/>
        </p:nvSpPr>
        <p:spPr>
          <a:xfrm>
            <a:off x="236800" y="2030125"/>
            <a:ext cx="1638300" cy="2588400"/>
          </a:xfrm>
          <a:prstGeom prst="rect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b="1" dirty="0"/>
              <a:t>Name: Marc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b="1" dirty="0"/>
              <a:t>Age: 65 </a:t>
            </a:r>
            <a:r>
              <a:rPr lang="cs-CZ" b="1" dirty="0" err="1"/>
              <a:t>years</a:t>
            </a:r>
            <a:endParaRPr lang="cs-CZ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b="1" dirty="0"/>
              <a:t>Gender: Male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b="1" dirty="0" err="1"/>
              <a:t>Occupation</a:t>
            </a:r>
            <a:r>
              <a:rPr lang="cs-CZ" b="1" dirty="0"/>
              <a:t>: </a:t>
            </a:r>
            <a:r>
              <a:rPr lang="cs-CZ" b="1" dirty="0" err="1"/>
              <a:t>pensioner</a:t>
            </a:r>
            <a:endParaRPr lang="cs-CZ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cs-CZ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b="1" dirty="0" err="1"/>
              <a:t>Expertise</a:t>
            </a:r>
            <a:r>
              <a:rPr lang="cs-CZ" b="1" dirty="0"/>
              <a:t>: </a:t>
            </a:r>
            <a:r>
              <a:rPr lang="cs-CZ" b="1" dirty="0" err="1"/>
              <a:t>English</a:t>
            </a:r>
            <a:r>
              <a:rPr lang="cs-CZ" b="1" dirty="0"/>
              <a:t> </a:t>
            </a:r>
            <a:r>
              <a:rPr lang="cs-CZ" b="1" dirty="0" err="1"/>
              <a:t>speaker</a:t>
            </a:r>
            <a:r>
              <a:rPr lang="cs-CZ" b="1" dirty="0"/>
              <a:t>, </a:t>
            </a:r>
            <a:r>
              <a:rPr lang="cs-CZ" b="1" dirty="0" err="1"/>
              <a:t>former</a:t>
            </a:r>
            <a:r>
              <a:rPr lang="cs-CZ" b="1" dirty="0"/>
              <a:t> </a:t>
            </a:r>
            <a:r>
              <a:rPr lang="cs-CZ" b="1" dirty="0" err="1"/>
              <a:t>store</a:t>
            </a:r>
            <a:r>
              <a:rPr lang="cs-CZ" b="1" dirty="0"/>
              <a:t> manager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" name="Google Shape;87;p17"/>
          <p:cNvSpPr txBox="1"/>
          <p:nvPr/>
        </p:nvSpPr>
        <p:spPr>
          <a:xfrm>
            <a:off x="2030225" y="228400"/>
            <a:ext cx="2137200" cy="4390200"/>
          </a:xfrm>
          <a:prstGeom prst="rect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b="1" i="1" dirty="0" err="1"/>
              <a:t>We</a:t>
            </a:r>
            <a:r>
              <a:rPr lang="cs-CZ" b="1" i="1" dirty="0"/>
              <a:t> </a:t>
            </a:r>
            <a:r>
              <a:rPr lang="cs-CZ" b="1" i="1" dirty="0" err="1"/>
              <a:t>would</a:t>
            </a:r>
            <a:r>
              <a:rPr lang="cs-CZ" b="1" i="1" dirty="0"/>
              <a:t> </a:t>
            </a:r>
            <a:r>
              <a:rPr lang="cs-CZ" b="1" i="1" dirty="0" err="1"/>
              <a:t>like</a:t>
            </a:r>
            <a:r>
              <a:rPr lang="cs-CZ" b="1" i="1" dirty="0"/>
              <a:t> to </a:t>
            </a:r>
            <a:r>
              <a:rPr lang="cs-CZ" b="1" i="1" dirty="0" err="1"/>
              <a:t>travel</a:t>
            </a:r>
            <a:r>
              <a:rPr lang="cs-CZ" b="1" i="1" dirty="0"/>
              <a:t> in </a:t>
            </a:r>
            <a:r>
              <a:rPr lang="cs-CZ" b="1" i="1" dirty="0" err="1"/>
              <a:t>our</a:t>
            </a:r>
            <a:r>
              <a:rPr lang="cs-CZ" b="1" i="1" dirty="0"/>
              <a:t> </a:t>
            </a:r>
            <a:r>
              <a:rPr lang="cs-CZ" b="1" i="1" dirty="0" err="1"/>
              <a:t>late</a:t>
            </a:r>
            <a:r>
              <a:rPr lang="cs-CZ" b="1" i="1" dirty="0"/>
              <a:t> </a:t>
            </a:r>
            <a:r>
              <a:rPr lang="cs-CZ" b="1" i="1" dirty="0" err="1"/>
              <a:t>years</a:t>
            </a:r>
            <a:r>
              <a:rPr lang="cs-CZ" b="1" i="1" dirty="0"/>
              <a:t>, nice and </a:t>
            </a:r>
            <a:r>
              <a:rPr lang="cs-CZ" b="1" i="1" dirty="0" err="1"/>
              <a:t>simple</a:t>
            </a:r>
            <a:endParaRPr b="1" i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Marc and his </a:t>
            </a:r>
            <a:r>
              <a:rPr lang="cs-CZ" dirty="0" err="1"/>
              <a:t>wife</a:t>
            </a:r>
            <a:r>
              <a:rPr lang="cs-CZ" dirty="0"/>
              <a:t> </a:t>
            </a:r>
            <a:r>
              <a:rPr lang="cs-CZ" dirty="0" err="1"/>
              <a:t>would</a:t>
            </a:r>
            <a:r>
              <a:rPr lang="cs-CZ" dirty="0"/>
              <a:t> </a:t>
            </a:r>
            <a:r>
              <a:rPr lang="cs-CZ" dirty="0" err="1"/>
              <a:t>like</a:t>
            </a:r>
            <a:r>
              <a:rPr lang="cs-CZ" dirty="0"/>
              <a:t> to </a:t>
            </a:r>
            <a:r>
              <a:rPr lang="cs-CZ" dirty="0" err="1"/>
              <a:t>travel</a:t>
            </a:r>
            <a:r>
              <a:rPr lang="cs-CZ" dirty="0"/>
              <a:t> more in </a:t>
            </a:r>
            <a:r>
              <a:rPr lang="cs-CZ" dirty="0" err="1"/>
              <a:t>their</a:t>
            </a:r>
            <a:r>
              <a:rPr lang="cs-CZ" dirty="0"/>
              <a:t> </a:t>
            </a:r>
            <a:r>
              <a:rPr lang="cs-CZ" dirty="0" err="1"/>
              <a:t>late</a:t>
            </a:r>
            <a:r>
              <a:rPr lang="cs-CZ" dirty="0"/>
              <a:t> </a:t>
            </a:r>
            <a:r>
              <a:rPr lang="cs-CZ" dirty="0" err="1"/>
              <a:t>years</a:t>
            </a:r>
            <a:r>
              <a:rPr lang="cs-CZ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cs-CZ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They </a:t>
            </a:r>
            <a:r>
              <a:rPr lang="cs-CZ" dirty="0" err="1"/>
              <a:t>got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money</a:t>
            </a:r>
            <a:r>
              <a:rPr lang="cs-CZ" dirty="0"/>
              <a:t>, </a:t>
            </a:r>
            <a:r>
              <a:rPr lang="cs-CZ" dirty="0" err="1"/>
              <a:t>time</a:t>
            </a:r>
            <a:r>
              <a:rPr lang="cs-CZ" dirty="0"/>
              <a:t> and are </a:t>
            </a:r>
            <a:r>
              <a:rPr lang="cs-CZ" dirty="0" err="1"/>
              <a:t>healthy</a:t>
            </a:r>
            <a:r>
              <a:rPr lang="cs-CZ" dirty="0"/>
              <a:t> </a:t>
            </a:r>
            <a:r>
              <a:rPr lang="cs-CZ" dirty="0" err="1"/>
              <a:t>for</a:t>
            </a:r>
            <a:r>
              <a:rPr lang="cs-CZ" dirty="0"/>
              <a:t> </a:t>
            </a:r>
            <a:r>
              <a:rPr lang="cs-CZ" dirty="0" err="1"/>
              <a:t>their</a:t>
            </a:r>
            <a:r>
              <a:rPr lang="cs-CZ" dirty="0"/>
              <a:t> </a:t>
            </a:r>
            <a:r>
              <a:rPr lang="cs-CZ" dirty="0" err="1"/>
              <a:t>age</a:t>
            </a:r>
            <a:r>
              <a:rPr lang="cs-CZ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cs-CZ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They </a:t>
            </a:r>
            <a:r>
              <a:rPr lang="cs-CZ" dirty="0" err="1"/>
              <a:t>didn‘t</a:t>
            </a:r>
            <a:r>
              <a:rPr lang="cs-CZ" dirty="0"/>
              <a:t> </a:t>
            </a:r>
            <a:r>
              <a:rPr lang="cs-CZ" dirty="0" err="1"/>
              <a:t>have</a:t>
            </a:r>
            <a:r>
              <a:rPr lang="cs-CZ" dirty="0"/>
              <a:t> </a:t>
            </a:r>
            <a:r>
              <a:rPr lang="cs-CZ" dirty="0" err="1"/>
              <a:t>time</a:t>
            </a:r>
            <a:r>
              <a:rPr lang="cs-CZ" dirty="0"/>
              <a:t> </a:t>
            </a:r>
            <a:r>
              <a:rPr lang="cs-CZ" dirty="0" err="1"/>
              <a:t>for</a:t>
            </a:r>
            <a:r>
              <a:rPr lang="cs-CZ" dirty="0"/>
              <a:t> </a:t>
            </a:r>
            <a:r>
              <a:rPr lang="cs-CZ" dirty="0" err="1"/>
              <a:t>traveling</a:t>
            </a:r>
            <a:r>
              <a:rPr lang="cs-CZ" dirty="0"/>
              <a:t> </a:t>
            </a:r>
            <a:r>
              <a:rPr lang="cs-CZ" dirty="0" err="1"/>
              <a:t>because</a:t>
            </a:r>
            <a:r>
              <a:rPr lang="cs-CZ" dirty="0"/>
              <a:t> </a:t>
            </a:r>
            <a:r>
              <a:rPr lang="cs-CZ" dirty="0" err="1"/>
              <a:t>of</a:t>
            </a:r>
            <a:r>
              <a:rPr lang="cs-CZ" dirty="0"/>
              <a:t> </a:t>
            </a:r>
            <a:r>
              <a:rPr lang="cs-CZ" dirty="0" err="1"/>
              <a:t>kids</a:t>
            </a:r>
            <a:r>
              <a:rPr lang="cs-CZ" dirty="0"/>
              <a:t> and </a:t>
            </a:r>
            <a:r>
              <a:rPr lang="cs-CZ" dirty="0" err="1"/>
              <a:t>work</a:t>
            </a:r>
            <a:r>
              <a:rPr lang="cs-CZ" dirty="0"/>
              <a:t>.</a:t>
            </a:r>
            <a:endParaRPr dirty="0"/>
          </a:p>
        </p:txBody>
      </p:sp>
      <p:sp>
        <p:nvSpPr>
          <p:cNvPr id="88" name="Google Shape;88;p17"/>
          <p:cNvSpPr txBox="1"/>
          <p:nvPr/>
        </p:nvSpPr>
        <p:spPr>
          <a:xfrm>
            <a:off x="4322550" y="228400"/>
            <a:ext cx="2137200" cy="4753800"/>
          </a:xfrm>
          <a:prstGeom prst="rect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As a former store manager Marc has a </a:t>
            </a:r>
            <a:r>
              <a:rPr lang="cs-CZ" dirty="0"/>
              <a:t>basic tech </a:t>
            </a:r>
            <a:r>
              <a:rPr lang="cs-CZ" dirty="0" err="1"/>
              <a:t>skills</a:t>
            </a:r>
            <a:endParaRPr lang="cs-CZ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cs-CZ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He </a:t>
            </a:r>
            <a:r>
              <a:rPr lang="cs-CZ" dirty="0" err="1"/>
              <a:t>can</a:t>
            </a:r>
            <a:r>
              <a:rPr lang="cs-CZ" dirty="0"/>
              <a:t> </a:t>
            </a:r>
            <a:r>
              <a:rPr lang="cs-CZ" dirty="0" err="1"/>
              <a:t>operate</a:t>
            </a:r>
            <a:r>
              <a:rPr lang="cs-CZ" dirty="0"/>
              <a:t> PC and </a:t>
            </a:r>
            <a:r>
              <a:rPr lang="cs-CZ" dirty="0" err="1"/>
              <a:t>browse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internet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cs-CZ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He has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dates</a:t>
            </a:r>
            <a:r>
              <a:rPr lang="cs-CZ" dirty="0"/>
              <a:t> </a:t>
            </a:r>
            <a:r>
              <a:rPr lang="cs-CZ" dirty="0" err="1"/>
              <a:t>planned</a:t>
            </a:r>
            <a:r>
              <a:rPr lang="cs-CZ" dirty="0"/>
              <a:t> and </a:t>
            </a:r>
            <a:r>
              <a:rPr lang="cs-CZ" dirty="0" err="1"/>
              <a:t>knows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budget </a:t>
            </a:r>
            <a:r>
              <a:rPr lang="cs-CZ" dirty="0" err="1"/>
              <a:t>that</a:t>
            </a:r>
            <a:r>
              <a:rPr lang="cs-CZ" dirty="0"/>
              <a:t> he </a:t>
            </a:r>
            <a:r>
              <a:rPr lang="cs-CZ" dirty="0" err="1"/>
              <a:t>wants</a:t>
            </a:r>
            <a:r>
              <a:rPr lang="cs-CZ" dirty="0"/>
              <a:t> to fit </a:t>
            </a:r>
            <a:r>
              <a:rPr lang="cs-CZ" dirty="0" err="1"/>
              <a:t>into</a:t>
            </a:r>
            <a:endParaRPr lang="cs-CZ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cs-CZ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89" name="Google Shape;89;p17"/>
          <p:cNvSpPr txBox="1"/>
          <p:nvPr/>
        </p:nvSpPr>
        <p:spPr>
          <a:xfrm>
            <a:off x="6614875" y="228400"/>
            <a:ext cx="2365500" cy="4753800"/>
          </a:xfrm>
          <a:prstGeom prst="rect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Marc </a:t>
            </a:r>
            <a:r>
              <a:rPr lang="cs-CZ" dirty="0" err="1"/>
              <a:t>is</a:t>
            </a:r>
            <a:r>
              <a:rPr lang="cs-CZ" dirty="0"/>
              <a:t> not </a:t>
            </a:r>
            <a:r>
              <a:rPr lang="cs-CZ" dirty="0" err="1"/>
              <a:t>that</a:t>
            </a:r>
            <a:r>
              <a:rPr lang="cs-CZ" dirty="0"/>
              <a:t> </a:t>
            </a:r>
            <a:r>
              <a:rPr lang="cs-CZ" dirty="0" err="1"/>
              <a:t>good</a:t>
            </a:r>
            <a:r>
              <a:rPr lang="cs-CZ" dirty="0"/>
              <a:t> </a:t>
            </a:r>
            <a:r>
              <a:rPr lang="cs-CZ" dirty="0" err="1"/>
              <a:t>with</a:t>
            </a:r>
            <a:r>
              <a:rPr lang="cs-CZ" dirty="0"/>
              <a:t> tech so he </a:t>
            </a:r>
            <a:r>
              <a:rPr lang="cs-CZ" dirty="0" err="1"/>
              <a:t>doesn‘t</a:t>
            </a:r>
            <a:r>
              <a:rPr lang="cs-CZ" dirty="0"/>
              <a:t> </a:t>
            </a:r>
            <a:r>
              <a:rPr lang="cs-CZ" dirty="0" err="1"/>
              <a:t>want</a:t>
            </a:r>
            <a:r>
              <a:rPr lang="cs-CZ" dirty="0"/>
              <a:t> to </a:t>
            </a:r>
            <a:r>
              <a:rPr lang="cs-CZ" dirty="0" err="1"/>
              <a:t>search</a:t>
            </a:r>
            <a:r>
              <a:rPr lang="cs-CZ" dirty="0"/>
              <a:t> </a:t>
            </a:r>
            <a:r>
              <a:rPr lang="cs-CZ" dirty="0" err="1"/>
              <a:t>all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pages</a:t>
            </a:r>
            <a:r>
              <a:rPr lang="cs-CZ" dirty="0"/>
              <a:t> and </a:t>
            </a:r>
            <a:r>
              <a:rPr lang="cs-CZ" dirty="0" err="1"/>
              <a:t>plan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trips</a:t>
            </a:r>
            <a:r>
              <a:rPr lang="cs-CZ" dirty="0"/>
              <a:t> by </a:t>
            </a:r>
            <a:r>
              <a:rPr lang="cs-CZ" dirty="0" err="1"/>
              <a:t>himself</a:t>
            </a:r>
            <a:r>
              <a:rPr lang="cs-CZ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cs-CZ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He </a:t>
            </a:r>
            <a:r>
              <a:rPr lang="cs-CZ" dirty="0" err="1"/>
              <a:t>tried</a:t>
            </a:r>
            <a:r>
              <a:rPr lang="cs-CZ" dirty="0"/>
              <a:t> </a:t>
            </a:r>
            <a:r>
              <a:rPr lang="cs-CZ" dirty="0" err="1"/>
              <a:t>some</a:t>
            </a:r>
            <a:r>
              <a:rPr lang="cs-CZ" dirty="0"/>
              <a:t> </a:t>
            </a:r>
            <a:r>
              <a:rPr lang="cs-CZ" dirty="0" err="1"/>
              <a:t>pages</a:t>
            </a:r>
            <a:r>
              <a:rPr lang="cs-CZ" dirty="0"/>
              <a:t> </a:t>
            </a:r>
            <a:r>
              <a:rPr lang="cs-CZ" dirty="0" err="1"/>
              <a:t>that</a:t>
            </a:r>
            <a:r>
              <a:rPr lang="cs-CZ" dirty="0"/>
              <a:t> </a:t>
            </a:r>
            <a:r>
              <a:rPr lang="cs-CZ" dirty="0" err="1"/>
              <a:t>plan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trips</a:t>
            </a:r>
            <a:r>
              <a:rPr lang="cs-CZ" dirty="0"/>
              <a:t> and </a:t>
            </a:r>
            <a:r>
              <a:rPr lang="cs-CZ" dirty="0" err="1"/>
              <a:t>they</a:t>
            </a:r>
            <a:r>
              <a:rPr lang="cs-CZ" dirty="0"/>
              <a:t> </a:t>
            </a:r>
            <a:r>
              <a:rPr lang="cs-CZ" dirty="0" err="1"/>
              <a:t>were</a:t>
            </a:r>
            <a:r>
              <a:rPr lang="cs-CZ" dirty="0"/>
              <a:t> </a:t>
            </a:r>
            <a:r>
              <a:rPr lang="cs-CZ" dirty="0" err="1"/>
              <a:t>good</a:t>
            </a:r>
            <a:r>
              <a:rPr lang="cs-CZ" dirty="0"/>
              <a:t> but </a:t>
            </a:r>
            <a:r>
              <a:rPr lang="cs-CZ" dirty="0" err="1"/>
              <a:t>there</a:t>
            </a:r>
            <a:r>
              <a:rPr lang="cs-CZ" dirty="0"/>
              <a:t> </a:t>
            </a:r>
            <a:r>
              <a:rPr lang="cs-CZ" dirty="0" err="1"/>
              <a:t>was</a:t>
            </a:r>
            <a:r>
              <a:rPr lang="cs-CZ" dirty="0"/>
              <a:t> </a:t>
            </a:r>
            <a:r>
              <a:rPr lang="cs-CZ" dirty="0" err="1"/>
              <a:t>still</a:t>
            </a:r>
            <a:r>
              <a:rPr lang="cs-CZ" dirty="0"/>
              <a:t> </a:t>
            </a:r>
            <a:r>
              <a:rPr lang="cs-CZ" dirty="0" err="1"/>
              <a:t>something</a:t>
            </a:r>
            <a:r>
              <a:rPr lang="cs-CZ" dirty="0"/>
              <a:t> </a:t>
            </a:r>
            <a:r>
              <a:rPr lang="cs-CZ" dirty="0" err="1"/>
              <a:t>missing</a:t>
            </a:r>
            <a:r>
              <a:rPr lang="cs-CZ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cs-CZ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He </a:t>
            </a:r>
            <a:r>
              <a:rPr lang="cs-CZ" dirty="0" err="1"/>
              <a:t>would</a:t>
            </a:r>
            <a:r>
              <a:rPr lang="cs-CZ" dirty="0"/>
              <a:t> </a:t>
            </a:r>
            <a:r>
              <a:rPr lang="cs-CZ" dirty="0" err="1"/>
              <a:t>like</a:t>
            </a:r>
            <a:r>
              <a:rPr lang="cs-CZ" dirty="0"/>
              <a:t> to </a:t>
            </a:r>
            <a:r>
              <a:rPr lang="cs-CZ" dirty="0" err="1"/>
              <a:t>get</a:t>
            </a:r>
            <a:r>
              <a:rPr lang="cs-CZ" dirty="0"/>
              <a:t> </a:t>
            </a:r>
            <a:r>
              <a:rPr lang="cs-CZ" dirty="0" err="1"/>
              <a:t>some</a:t>
            </a:r>
            <a:r>
              <a:rPr lang="cs-CZ" dirty="0"/>
              <a:t> </a:t>
            </a:r>
            <a:r>
              <a:rPr lang="cs-CZ" dirty="0" err="1"/>
              <a:t>tips</a:t>
            </a:r>
            <a:r>
              <a:rPr lang="cs-CZ" dirty="0"/>
              <a:t> </a:t>
            </a:r>
            <a:r>
              <a:rPr lang="cs-CZ" dirty="0" err="1"/>
              <a:t>for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trips</a:t>
            </a:r>
            <a:r>
              <a:rPr lang="cs-CZ" dirty="0"/>
              <a:t>, so he </a:t>
            </a:r>
            <a:r>
              <a:rPr lang="cs-CZ" dirty="0" err="1"/>
              <a:t>doesn‘t</a:t>
            </a:r>
            <a:r>
              <a:rPr lang="cs-CZ" dirty="0"/>
              <a:t> </a:t>
            </a:r>
            <a:r>
              <a:rPr lang="cs-CZ" dirty="0" err="1"/>
              <a:t>have</a:t>
            </a:r>
            <a:r>
              <a:rPr lang="cs-CZ" dirty="0"/>
              <a:t> to </a:t>
            </a:r>
            <a:r>
              <a:rPr lang="cs-CZ" dirty="0" err="1"/>
              <a:t>find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destinations</a:t>
            </a:r>
            <a:r>
              <a:rPr lang="cs-CZ" dirty="0"/>
              <a:t> by </a:t>
            </a:r>
            <a:r>
              <a:rPr lang="cs-CZ" dirty="0" err="1"/>
              <a:t>himself</a:t>
            </a:r>
            <a:r>
              <a:rPr lang="cs-CZ" dirty="0"/>
              <a:t>.</a:t>
            </a:r>
          </a:p>
        </p:txBody>
      </p:sp>
      <p:sp>
        <p:nvSpPr>
          <p:cNvPr id="90" name="Google Shape;90;p17"/>
          <p:cNvSpPr txBox="1"/>
          <p:nvPr/>
        </p:nvSpPr>
        <p:spPr>
          <a:xfrm>
            <a:off x="236800" y="4686200"/>
            <a:ext cx="3930600" cy="397500"/>
          </a:xfrm>
          <a:prstGeom prst="rect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Slide owner: </a:t>
            </a:r>
            <a:r>
              <a:rPr lang="cs-CZ" b="1" dirty="0"/>
              <a:t>Jakub</a:t>
            </a:r>
            <a:r>
              <a:rPr lang="en" b="1" dirty="0"/>
              <a:t> </a:t>
            </a:r>
            <a:r>
              <a:rPr lang="cs-CZ" b="1" dirty="0"/>
              <a:t>Smejkal</a:t>
            </a:r>
            <a:endParaRPr dirty="0"/>
          </a:p>
        </p:txBody>
      </p:sp>
      <p:pic>
        <p:nvPicPr>
          <p:cNvPr id="1026" name="Picture 2" descr="Annapolis Hearing Aid Associates - Middle Aged Man Png Transparent, Png  Download - kindpng">
            <a:extLst>
              <a:ext uri="{FF2B5EF4-FFF2-40B4-BE49-F238E27FC236}">
                <a16:creationId xmlns:a16="http://schemas.microsoft.com/office/drawing/2014/main" id="{0110E490-6E83-4FA3-B512-1D5ABEFD8B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187" y="110719"/>
            <a:ext cx="1535525" cy="1919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800" y="228400"/>
            <a:ext cx="1638200" cy="1638200"/>
          </a:xfrm>
          <a:prstGeom prst="rect">
            <a:avLst/>
          </a:prstGeom>
          <a:noFill/>
          <a:ln w="19050" cap="flat" cmpd="sng">
            <a:solidFill>
              <a:srgbClr val="66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76" name="Google Shape;76;p16"/>
          <p:cNvSpPr txBox="1"/>
          <p:nvPr/>
        </p:nvSpPr>
        <p:spPr>
          <a:xfrm>
            <a:off x="236800" y="2030125"/>
            <a:ext cx="1638300" cy="2588400"/>
          </a:xfrm>
          <a:prstGeom prst="rect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b="1" dirty="0"/>
              <a:t>Name: Jakub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b="1" dirty="0"/>
              <a:t>Age: 22 </a:t>
            </a:r>
            <a:r>
              <a:rPr lang="cs-CZ" b="1" dirty="0" err="1"/>
              <a:t>years</a:t>
            </a:r>
            <a:endParaRPr lang="cs-CZ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b="1" dirty="0"/>
              <a:t>Gender: Male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b="1" dirty="0" err="1"/>
              <a:t>Occupation</a:t>
            </a:r>
            <a:r>
              <a:rPr lang="cs-CZ" b="1" dirty="0"/>
              <a:t>: Student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cs-CZ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b="1" dirty="0" err="1"/>
              <a:t>Expertise</a:t>
            </a:r>
            <a:r>
              <a:rPr lang="cs-CZ" b="1" dirty="0"/>
              <a:t>: Hardware and software </a:t>
            </a:r>
            <a:r>
              <a:rPr lang="cs-CZ" b="1" dirty="0" err="1"/>
              <a:t>developement</a:t>
            </a:r>
            <a:r>
              <a:rPr lang="cs-CZ" b="1" dirty="0"/>
              <a:t>, </a:t>
            </a:r>
            <a:r>
              <a:rPr lang="cs-CZ" b="1" dirty="0" err="1"/>
              <a:t>english</a:t>
            </a:r>
            <a:r>
              <a:rPr lang="cs-CZ" b="1" dirty="0"/>
              <a:t> </a:t>
            </a:r>
            <a:r>
              <a:rPr lang="cs-CZ" b="1" dirty="0" err="1"/>
              <a:t>language</a:t>
            </a:r>
            <a:endParaRPr b="1" dirty="0"/>
          </a:p>
        </p:txBody>
      </p:sp>
      <p:sp>
        <p:nvSpPr>
          <p:cNvPr id="77" name="Google Shape;77;p16"/>
          <p:cNvSpPr txBox="1"/>
          <p:nvPr/>
        </p:nvSpPr>
        <p:spPr>
          <a:xfrm>
            <a:off x="2030225" y="228400"/>
            <a:ext cx="2137200" cy="4390200"/>
          </a:xfrm>
          <a:prstGeom prst="rect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b="1" i="1" dirty="0"/>
              <a:t>I </a:t>
            </a:r>
            <a:r>
              <a:rPr lang="cs-CZ" b="1" i="1" dirty="0" err="1"/>
              <a:t>would</a:t>
            </a:r>
            <a:r>
              <a:rPr lang="cs-CZ" b="1" i="1" dirty="0"/>
              <a:t> </a:t>
            </a:r>
            <a:r>
              <a:rPr lang="cs-CZ" b="1" i="1" dirty="0" err="1"/>
              <a:t>like</a:t>
            </a:r>
            <a:r>
              <a:rPr lang="cs-CZ" b="1" i="1" dirty="0"/>
              <a:t> to </a:t>
            </a:r>
            <a:r>
              <a:rPr lang="cs-CZ" b="1" i="1" dirty="0" err="1"/>
              <a:t>explore</a:t>
            </a:r>
            <a:r>
              <a:rPr lang="cs-CZ" b="1" i="1" dirty="0"/>
              <a:t> </a:t>
            </a:r>
            <a:r>
              <a:rPr lang="cs-CZ" b="1" i="1" dirty="0" err="1"/>
              <a:t>the</a:t>
            </a:r>
            <a:r>
              <a:rPr lang="cs-CZ" b="1" i="1" dirty="0"/>
              <a:t> </a:t>
            </a:r>
            <a:r>
              <a:rPr lang="cs-CZ" b="1" i="1" dirty="0" err="1"/>
              <a:t>world</a:t>
            </a:r>
            <a:r>
              <a:rPr lang="cs-CZ" b="1" i="1" dirty="0"/>
              <a:t>, but </a:t>
            </a:r>
            <a:r>
              <a:rPr lang="cs-CZ" b="1" i="1" dirty="0" err="1"/>
              <a:t>don‘t</a:t>
            </a:r>
            <a:r>
              <a:rPr lang="cs-CZ" b="1" i="1" dirty="0"/>
              <a:t> </a:t>
            </a:r>
            <a:r>
              <a:rPr lang="cs-CZ" b="1" i="1" dirty="0" err="1"/>
              <a:t>have</a:t>
            </a:r>
            <a:r>
              <a:rPr lang="cs-CZ" b="1" i="1" dirty="0"/>
              <a:t> much </a:t>
            </a:r>
            <a:r>
              <a:rPr lang="cs-CZ" b="1" i="1" dirty="0" err="1"/>
              <a:t>time</a:t>
            </a:r>
            <a:endParaRPr b="1" i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Jakub </a:t>
            </a:r>
            <a:r>
              <a:rPr lang="cs-CZ" dirty="0" err="1"/>
              <a:t>is</a:t>
            </a:r>
            <a:r>
              <a:rPr lang="cs-CZ" dirty="0"/>
              <a:t> a student </a:t>
            </a:r>
            <a:r>
              <a:rPr lang="cs-CZ" dirty="0" err="1"/>
              <a:t>that</a:t>
            </a:r>
            <a:r>
              <a:rPr lang="cs-CZ" dirty="0"/>
              <a:t> </a:t>
            </a:r>
            <a:r>
              <a:rPr lang="cs-CZ" dirty="0" err="1"/>
              <a:t>likes</a:t>
            </a:r>
            <a:r>
              <a:rPr lang="cs-CZ" dirty="0"/>
              <a:t> to go on a </a:t>
            </a:r>
            <a:r>
              <a:rPr lang="cs-CZ" dirty="0" err="1"/>
              <a:t>trip</a:t>
            </a:r>
            <a:r>
              <a:rPr lang="cs-CZ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cs-CZ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He has a lot </a:t>
            </a:r>
            <a:r>
              <a:rPr lang="cs-CZ" dirty="0" err="1"/>
              <a:t>of</a:t>
            </a:r>
            <a:r>
              <a:rPr lang="cs-CZ" dirty="0"/>
              <a:t> </a:t>
            </a:r>
            <a:r>
              <a:rPr lang="cs-CZ" dirty="0" err="1"/>
              <a:t>experience</a:t>
            </a:r>
            <a:r>
              <a:rPr lang="cs-CZ" dirty="0"/>
              <a:t> </a:t>
            </a:r>
            <a:r>
              <a:rPr lang="cs-CZ" dirty="0" err="1"/>
              <a:t>with</a:t>
            </a:r>
            <a:r>
              <a:rPr lang="cs-CZ" dirty="0"/>
              <a:t> </a:t>
            </a:r>
            <a:r>
              <a:rPr lang="cs-CZ" dirty="0" err="1"/>
              <a:t>outdoor</a:t>
            </a:r>
            <a:r>
              <a:rPr lang="cs-CZ" dirty="0"/>
              <a:t> </a:t>
            </a:r>
            <a:r>
              <a:rPr lang="cs-CZ" dirty="0" err="1"/>
              <a:t>activities</a:t>
            </a:r>
            <a:r>
              <a:rPr lang="cs-CZ" dirty="0"/>
              <a:t> </a:t>
            </a:r>
            <a:r>
              <a:rPr lang="cs-CZ" dirty="0" err="1"/>
              <a:t>like</a:t>
            </a:r>
            <a:r>
              <a:rPr lang="cs-CZ" dirty="0"/>
              <a:t> </a:t>
            </a:r>
            <a:r>
              <a:rPr lang="cs-CZ" dirty="0" err="1"/>
              <a:t>hiking</a:t>
            </a:r>
            <a:r>
              <a:rPr lang="cs-CZ" dirty="0"/>
              <a:t>, snowboarding, </a:t>
            </a:r>
            <a:r>
              <a:rPr lang="cs-CZ" dirty="0" err="1"/>
              <a:t>etc</a:t>
            </a:r>
            <a:r>
              <a:rPr lang="cs-CZ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cs-CZ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He </a:t>
            </a:r>
            <a:r>
              <a:rPr lang="cs-CZ" dirty="0" err="1"/>
              <a:t>works</a:t>
            </a:r>
            <a:r>
              <a:rPr lang="cs-CZ" dirty="0"/>
              <a:t> a part </a:t>
            </a:r>
            <a:r>
              <a:rPr lang="cs-CZ" dirty="0" err="1"/>
              <a:t>time</a:t>
            </a:r>
            <a:r>
              <a:rPr lang="cs-CZ" dirty="0"/>
              <a:t> </a:t>
            </a:r>
            <a:r>
              <a:rPr lang="cs-CZ" dirty="0" err="1"/>
              <a:t>job</a:t>
            </a:r>
            <a:r>
              <a:rPr lang="cs-CZ" dirty="0"/>
              <a:t> to </a:t>
            </a:r>
            <a:r>
              <a:rPr lang="cs-CZ" dirty="0" err="1"/>
              <a:t>get</a:t>
            </a:r>
            <a:r>
              <a:rPr lang="cs-CZ" dirty="0"/>
              <a:t> </a:t>
            </a:r>
            <a:r>
              <a:rPr lang="cs-CZ" dirty="0" err="1"/>
              <a:t>some</a:t>
            </a:r>
            <a:r>
              <a:rPr lang="cs-CZ" dirty="0"/>
              <a:t> </a:t>
            </a:r>
            <a:r>
              <a:rPr lang="cs-CZ" dirty="0" err="1"/>
              <a:t>money</a:t>
            </a:r>
            <a:r>
              <a:rPr lang="cs-CZ" dirty="0"/>
              <a:t> to </a:t>
            </a:r>
            <a:r>
              <a:rPr lang="cs-CZ" dirty="0" err="1"/>
              <a:t>spend</a:t>
            </a:r>
            <a:r>
              <a:rPr lang="cs-CZ" dirty="0"/>
              <a:t> on </a:t>
            </a:r>
            <a:r>
              <a:rPr lang="cs-CZ" dirty="0" err="1"/>
              <a:t>those</a:t>
            </a:r>
            <a:r>
              <a:rPr lang="cs-CZ" dirty="0"/>
              <a:t> </a:t>
            </a:r>
            <a:r>
              <a:rPr lang="cs-CZ" dirty="0" err="1"/>
              <a:t>activities</a:t>
            </a:r>
            <a:r>
              <a:rPr lang="cs-CZ" dirty="0"/>
              <a:t> and </a:t>
            </a:r>
            <a:r>
              <a:rPr lang="cs-CZ" dirty="0" err="1"/>
              <a:t>trips</a:t>
            </a:r>
            <a:endParaRPr lang="cs-CZ" dirty="0"/>
          </a:p>
        </p:txBody>
      </p:sp>
      <p:sp>
        <p:nvSpPr>
          <p:cNvPr id="78" name="Google Shape;78;p16"/>
          <p:cNvSpPr txBox="1"/>
          <p:nvPr/>
        </p:nvSpPr>
        <p:spPr>
          <a:xfrm>
            <a:off x="4322550" y="228400"/>
            <a:ext cx="2137200" cy="4753800"/>
          </a:xfrm>
          <a:prstGeom prst="rect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 err="1"/>
              <a:t>Used</a:t>
            </a:r>
            <a:r>
              <a:rPr lang="cs-CZ" dirty="0"/>
              <a:t> to </a:t>
            </a:r>
            <a:r>
              <a:rPr lang="cs-CZ" dirty="0" err="1"/>
              <a:t>plan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trips</a:t>
            </a:r>
            <a:r>
              <a:rPr lang="cs-CZ" dirty="0"/>
              <a:t> </a:t>
            </a:r>
            <a:r>
              <a:rPr lang="cs-CZ" dirty="0" err="1"/>
              <a:t>with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combination</a:t>
            </a:r>
            <a:r>
              <a:rPr lang="cs-CZ" dirty="0"/>
              <a:t> </a:t>
            </a:r>
            <a:r>
              <a:rPr lang="cs-CZ" dirty="0" err="1"/>
              <a:t>of</a:t>
            </a:r>
            <a:r>
              <a:rPr lang="cs-CZ" dirty="0"/>
              <a:t> </a:t>
            </a:r>
            <a:r>
              <a:rPr lang="cs-CZ" dirty="0" err="1"/>
              <a:t>all</a:t>
            </a:r>
            <a:r>
              <a:rPr lang="cs-CZ" dirty="0"/>
              <a:t> </a:t>
            </a:r>
            <a:r>
              <a:rPr lang="cs-CZ" dirty="0" err="1"/>
              <a:t>sites</a:t>
            </a:r>
            <a:r>
              <a:rPr lang="cs-CZ" dirty="0"/>
              <a:t> and </a:t>
            </a:r>
            <a:r>
              <a:rPr lang="cs-CZ" dirty="0" err="1"/>
              <a:t>tools</a:t>
            </a:r>
            <a:endParaRPr lang="cs-CZ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cs-CZ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Most </a:t>
            </a:r>
            <a:r>
              <a:rPr lang="cs-CZ" dirty="0" err="1"/>
              <a:t>of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times</a:t>
            </a:r>
            <a:r>
              <a:rPr lang="cs-CZ" dirty="0"/>
              <a:t> </a:t>
            </a:r>
            <a:r>
              <a:rPr lang="cs-CZ" dirty="0" err="1"/>
              <a:t>it</a:t>
            </a:r>
            <a:r>
              <a:rPr lang="cs-CZ" dirty="0"/>
              <a:t> </a:t>
            </a:r>
            <a:r>
              <a:rPr lang="cs-CZ" dirty="0" err="1"/>
              <a:t>was</a:t>
            </a:r>
            <a:r>
              <a:rPr lang="cs-CZ" dirty="0"/>
              <a:t> hard to </a:t>
            </a:r>
            <a:r>
              <a:rPr lang="cs-CZ" dirty="0" err="1"/>
              <a:t>combine</a:t>
            </a:r>
            <a:r>
              <a:rPr lang="cs-CZ" dirty="0"/>
              <a:t> </a:t>
            </a:r>
            <a:r>
              <a:rPr lang="cs-CZ" dirty="0" err="1"/>
              <a:t>all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information</a:t>
            </a:r>
            <a:r>
              <a:rPr lang="cs-CZ" dirty="0"/>
              <a:t> and </a:t>
            </a:r>
            <a:r>
              <a:rPr lang="cs-CZ" dirty="0" err="1"/>
              <a:t>pass</a:t>
            </a:r>
            <a:r>
              <a:rPr lang="cs-CZ" dirty="0"/>
              <a:t> </a:t>
            </a:r>
            <a:r>
              <a:rPr lang="cs-CZ" dirty="0" err="1"/>
              <a:t>it</a:t>
            </a:r>
            <a:r>
              <a:rPr lang="cs-CZ" dirty="0"/>
              <a:t> to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other</a:t>
            </a:r>
            <a:r>
              <a:rPr lang="cs-CZ" dirty="0"/>
              <a:t> </a:t>
            </a:r>
            <a:r>
              <a:rPr lang="cs-CZ" dirty="0" err="1"/>
              <a:t>friends</a:t>
            </a:r>
            <a:endParaRPr lang="cs-CZ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cs-CZ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 err="1"/>
              <a:t>Sometimes</a:t>
            </a:r>
            <a:r>
              <a:rPr lang="cs-CZ" dirty="0"/>
              <a:t> he had to </a:t>
            </a:r>
            <a:r>
              <a:rPr lang="cs-CZ" dirty="0" err="1"/>
              <a:t>work</a:t>
            </a:r>
            <a:r>
              <a:rPr lang="cs-CZ" dirty="0"/>
              <a:t> </a:t>
            </a:r>
            <a:r>
              <a:rPr lang="cs-CZ" dirty="0" err="1"/>
              <a:t>with</a:t>
            </a:r>
            <a:r>
              <a:rPr lang="cs-CZ" dirty="0"/>
              <a:t> a </a:t>
            </a:r>
            <a:r>
              <a:rPr lang="cs-CZ" dirty="0" err="1"/>
              <a:t>tight</a:t>
            </a:r>
            <a:r>
              <a:rPr lang="cs-CZ" dirty="0"/>
              <a:t> budget, </a:t>
            </a:r>
            <a:r>
              <a:rPr lang="cs-CZ" dirty="0" err="1"/>
              <a:t>this</a:t>
            </a:r>
            <a:r>
              <a:rPr lang="cs-CZ" dirty="0"/>
              <a:t> </a:t>
            </a:r>
            <a:r>
              <a:rPr lang="cs-CZ" dirty="0" err="1"/>
              <a:t>complicated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planning</a:t>
            </a:r>
            <a:r>
              <a:rPr lang="cs-CZ" dirty="0"/>
              <a:t> </a:t>
            </a:r>
            <a:r>
              <a:rPr lang="cs-CZ" dirty="0" err="1"/>
              <a:t>because</a:t>
            </a:r>
            <a:r>
              <a:rPr lang="cs-CZ" dirty="0"/>
              <a:t> he had to fit </a:t>
            </a:r>
            <a:r>
              <a:rPr lang="cs-CZ" dirty="0" err="1"/>
              <a:t>everything</a:t>
            </a:r>
            <a:r>
              <a:rPr lang="cs-CZ" dirty="0"/>
              <a:t> </a:t>
            </a:r>
            <a:r>
              <a:rPr lang="cs-CZ" dirty="0" err="1"/>
              <a:t>into</a:t>
            </a:r>
            <a:r>
              <a:rPr lang="cs-CZ" dirty="0"/>
              <a:t> </a:t>
            </a:r>
            <a:r>
              <a:rPr lang="cs-CZ" dirty="0" err="1"/>
              <a:t>that</a:t>
            </a:r>
            <a:r>
              <a:rPr lang="cs-CZ" dirty="0"/>
              <a:t> budget (</a:t>
            </a:r>
            <a:r>
              <a:rPr lang="cs-CZ" dirty="0" err="1"/>
              <a:t>tickets</a:t>
            </a:r>
            <a:r>
              <a:rPr lang="cs-CZ" dirty="0"/>
              <a:t>, hotel, </a:t>
            </a:r>
            <a:r>
              <a:rPr lang="cs-CZ" dirty="0" err="1"/>
              <a:t>etc</a:t>
            </a:r>
            <a:r>
              <a:rPr lang="cs-CZ" dirty="0"/>
              <a:t>.)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cs-CZ" dirty="0"/>
          </a:p>
        </p:txBody>
      </p:sp>
      <p:sp>
        <p:nvSpPr>
          <p:cNvPr id="79" name="Google Shape;79;p16"/>
          <p:cNvSpPr txBox="1"/>
          <p:nvPr/>
        </p:nvSpPr>
        <p:spPr>
          <a:xfrm>
            <a:off x="6614875" y="228400"/>
            <a:ext cx="2365500" cy="4753800"/>
          </a:xfrm>
          <a:prstGeom prst="rect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Jakub and his </a:t>
            </a:r>
            <a:r>
              <a:rPr lang="cs-CZ" dirty="0" err="1"/>
              <a:t>group</a:t>
            </a:r>
            <a:r>
              <a:rPr lang="cs-CZ" dirty="0"/>
              <a:t> </a:t>
            </a:r>
            <a:r>
              <a:rPr lang="cs-CZ" dirty="0" err="1"/>
              <a:t>of</a:t>
            </a:r>
            <a:r>
              <a:rPr lang="cs-CZ" dirty="0"/>
              <a:t> </a:t>
            </a:r>
            <a:r>
              <a:rPr lang="cs-CZ" dirty="0" err="1"/>
              <a:t>friends</a:t>
            </a:r>
            <a:r>
              <a:rPr lang="cs-CZ" dirty="0"/>
              <a:t> </a:t>
            </a:r>
            <a:r>
              <a:rPr lang="cs-CZ" dirty="0" err="1"/>
              <a:t>often</a:t>
            </a:r>
            <a:r>
              <a:rPr lang="cs-CZ" dirty="0"/>
              <a:t> go on </a:t>
            </a:r>
            <a:r>
              <a:rPr lang="cs-CZ" dirty="0" err="1"/>
              <a:t>trips</a:t>
            </a:r>
            <a:r>
              <a:rPr lang="cs-CZ" dirty="0"/>
              <a:t> in </a:t>
            </a:r>
            <a:r>
              <a:rPr lang="cs-CZ" dirty="0" err="1"/>
              <a:t>their</a:t>
            </a:r>
            <a:r>
              <a:rPr lang="cs-CZ" dirty="0"/>
              <a:t> </a:t>
            </a:r>
            <a:r>
              <a:rPr lang="cs-CZ" dirty="0" err="1"/>
              <a:t>spare</a:t>
            </a:r>
            <a:r>
              <a:rPr lang="cs-CZ" dirty="0"/>
              <a:t> </a:t>
            </a:r>
            <a:r>
              <a:rPr lang="cs-CZ" dirty="0" err="1"/>
              <a:t>time</a:t>
            </a:r>
            <a:endParaRPr lang="cs-CZ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cs-CZ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Jakub </a:t>
            </a:r>
            <a:r>
              <a:rPr lang="cs-CZ" dirty="0" err="1"/>
              <a:t>is</a:t>
            </a:r>
            <a:r>
              <a:rPr lang="cs-CZ" dirty="0"/>
              <a:t> </a:t>
            </a:r>
            <a:r>
              <a:rPr lang="cs-CZ" dirty="0" err="1"/>
              <a:t>making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planning</a:t>
            </a:r>
            <a:r>
              <a:rPr lang="cs-CZ" dirty="0"/>
              <a:t> most </a:t>
            </a:r>
            <a:r>
              <a:rPr lang="cs-CZ" dirty="0" err="1"/>
              <a:t>of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time</a:t>
            </a:r>
            <a:r>
              <a:rPr lang="cs-CZ" dirty="0"/>
              <a:t> and </a:t>
            </a:r>
            <a:r>
              <a:rPr lang="cs-CZ" dirty="0" err="1"/>
              <a:t>would</a:t>
            </a:r>
            <a:r>
              <a:rPr lang="cs-CZ" dirty="0"/>
              <a:t> </a:t>
            </a:r>
            <a:r>
              <a:rPr lang="cs-CZ" dirty="0" err="1"/>
              <a:t>like</a:t>
            </a:r>
            <a:r>
              <a:rPr lang="cs-CZ" dirty="0"/>
              <a:t> </a:t>
            </a:r>
            <a:r>
              <a:rPr lang="cs-CZ" dirty="0" err="1"/>
              <a:t>some</a:t>
            </a:r>
            <a:r>
              <a:rPr lang="cs-CZ" dirty="0"/>
              <a:t> </a:t>
            </a:r>
            <a:r>
              <a:rPr lang="cs-CZ" dirty="0" err="1"/>
              <a:t>help</a:t>
            </a:r>
            <a:r>
              <a:rPr lang="cs-CZ" dirty="0"/>
              <a:t> </a:t>
            </a:r>
            <a:r>
              <a:rPr lang="cs-CZ" dirty="0" err="1"/>
              <a:t>with</a:t>
            </a:r>
            <a:r>
              <a:rPr lang="cs-CZ" dirty="0"/>
              <a:t> </a:t>
            </a:r>
            <a:r>
              <a:rPr lang="cs-CZ" dirty="0" err="1"/>
              <a:t>it</a:t>
            </a:r>
            <a:endParaRPr lang="cs-CZ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cs-CZ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He </a:t>
            </a:r>
            <a:r>
              <a:rPr lang="cs-CZ" dirty="0" err="1"/>
              <a:t>would</a:t>
            </a:r>
            <a:r>
              <a:rPr lang="cs-CZ" dirty="0"/>
              <a:t> </a:t>
            </a:r>
            <a:r>
              <a:rPr lang="cs-CZ" dirty="0" err="1"/>
              <a:t>like</a:t>
            </a:r>
            <a:r>
              <a:rPr lang="cs-CZ" dirty="0"/>
              <a:t> to </a:t>
            </a:r>
            <a:r>
              <a:rPr lang="cs-CZ" dirty="0" err="1"/>
              <a:t>have</a:t>
            </a:r>
            <a:r>
              <a:rPr lang="cs-CZ" dirty="0"/>
              <a:t> </a:t>
            </a:r>
            <a:r>
              <a:rPr lang="cs-CZ" dirty="0" err="1"/>
              <a:t>some</a:t>
            </a:r>
            <a:r>
              <a:rPr lang="cs-CZ" dirty="0"/>
              <a:t> </a:t>
            </a:r>
            <a:r>
              <a:rPr lang="cs-CZ" dirty="0" err="1"/>
              <a:t>app</a:t>
            </a:r>
            <a:r>
              <a:rPr lang="cs-CZ" dirty="0"/>
              <a:t> </a:t>
            </a:r>
            <a:r>
              <a:rPr lang="cs-CZ" dirty="0" err="1"/>
              <a:t>where</a:t>
            </a:r>
            <a:r>
              <a:rPr lang="cs-CZ" dirty="0"/>
              <a:t> he </a:t>
            </a:r>
            <a:r>
              <a:rPr lang="cs-CZ" dirty="0" err="1"/>
              <a:t>can</a:t>
            </a:r>
            <a:r>
              <a:rPr lang="cs-CZ" dirty="0"/>
              <a:t> </a:t>
            </a:r>
            <a:r>
              <a:rPr lang="cs-CZ" dirty="0" err="1"/>
              <a:t>plan</a:t>
            </a:r>
            <a:r>
              <a:rPr lang="cs-CZ" dirty="0"/>
              <a:t> and </a:t>
            </a:r>
            <a:r>
              <a:rPr lang="cs-CZ" dirty="0" err="1"/>
              <a:t>get</a:t>
            </a:r>
            <a:r>
              <a:rPr lang="cs-CZ" dirty="0"/>
              <a:t> </a:t>
            </a:r>
            <a:r>
              <a:rPr lang="cs-CZ" dirty="0" err="1"/>
              <a:t>some</a:t>
            </a:r>
            <a:r>
              <a:rPr lang="cs-CZ" dirty="0"/>
              <a:t> </a:t>
            </a:r>
            <a:r>
              <a:rPr lang="cs-CZ" dirty="0" err="1"/>
              <a:t>inspiration</a:t>
            </a:r>
            <a:r>
              <a:rPr lang="cs-CZ" dirty="0"/>
              <a:t> </a:t>
            </a:r>
            <a:r>
              <a:rPr lang="cs-CZ" dirty="0" err="1"/>
              <a:t>for</a:t>
            </a:r>
            <a:r>
              <a:rPr lang="cs-CZ" dirty="0"/>
              <a:t>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trips</a:t>
            </a:r>
            <a:endParaRPr lang="cs-CZ" dirty="0"/>
          </a:p>
        </p:txBody>
      </p:sp>
      <p:sp>
        <p:nvSpPr>
          <p:cNvPr id="80" name="Google Shape;80;p16"/>
          <p:cNvSpPr txBox="1"/>
          <p:nvPr/>
        </p:nvSpPr>
        <p:spPr>
          <a:xfrm>
            <a:off x="236800" y="4686200"/>
            <a:ext cx="3930600" cy="397500"/>
          </a:xfrm>
          <a:prstGeom prst="rect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Slide owner: </a:t>
            </a:r>
            <a:r>
              <a:rPr lang="cs-CZ" b="1" dirty="0"/>
              <a:t>Jakub</a:t>
            </a:r>
            <a:r>
              <a:rPr lang="en" b="1" dirty="0"/>
              <a:t> </a:t>
            </a:r>
            <a:r>
              <a:rPr lang="cs-CZ" b="1" dirty="0"/>
              <a:t>Smejkal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434</Words>
  <Application>Microsoft Office PowerPoint</Application>
  <PresentationFormat>Předvádění na obrazovce (16:9)</PresentationFormat>
  <Paragraphs>54</Paragraphs>
  <Slides>3</Slides>
  <Notes>3</Notes>
  <HiddenSlides>0</HiddenSlides>
  <MMClips>0</MMClips>
  <ScaleCrop>false</ScaleCrop>
  <HeadingPairs>
    <vt:vector size="6" baseType="variant">
      <vt:variant>
        <vt:lpstr>Použitá písma</vt:lpstr>
      </vt:variant>
      <vt:variant>
        <vt:i4>1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3</vt:i4>
      </vt:variant>
    </vt:vector>
  </HeadingPairs>
  <TitlesOfParts>
    <vt:vector size="5" baseType="lpstr">
      <vt:lpstr>Arial</vt:lpstr>
      <vt:lpstr>Simple Light</vt:lpstr>
      <vt:lpstr>Short project description / Pitch</vt:lpstr>
      <vt:lpstr>Prezentace aplikace PowerPoint</vt:lpstr>
      <vt:lpstr>Prezentace aplikace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 Personas</dc:title>
  <cp:lastModifiedBy>Jakub Smejkal</cp:lastModifiedBy>
  <cp:revision>4</cp:revision>
  <dcterms:modified xsi:type="dcterms:W3CDTF">2022-02-26T22:45:53Z</dcterms:modified>
</cp:coreProperties>
</file>